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Chào mừng các bạn.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nội dung chính.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MindX B2B Master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Replace this file with the official designer's template.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---</a:t>
            </a:r>
          </a:p>
          <a:p>
            <a:r>
              <a:t>marp: true</a:t>
            </a:r>
          </a:p>
          <a:p>
            <a:r>
              <a:t>theme: mindx-theme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Đào Tạo Quản Trị Hệ Thống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*Subtitle: Giải pháp tối ưu*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Phần 1: Tổng Quan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Cấu trúc của Báo Cáo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Yếu tố thứ nhất</a:t>
            </a:r>
          </a:p>
          <a:p>
            <a:r>
              <a:t>Yếu tố thứ hai</a:t>
            </a:r>
          </a:p>
          <a:p>
            <a:r>
              <a:t>Cốt lõi xử lý: AI đóng vai trò xử lý các tác vụ.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