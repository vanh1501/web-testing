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MindX B2B Master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Replace this file with the official designer's template.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